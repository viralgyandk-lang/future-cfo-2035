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CFO 2035  ·  DAILY EPISODE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ROI Paradox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Finance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7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adoption jumped to 76%. Only 35% of finance teams can measure AI return.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7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is back on the board agenda. You are the CFO. What do you fund next?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846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Direction  ·  Dr. Debasis Pahi, Ph.D., IIT Kharagpur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August 2026  ·  Classroom Edition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65562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The AI ROI Paradox in Finance | 30 August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Learning Outcomes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12471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05156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26 August 2026 Protiviti Global Finance Trends Survey without the vendor gloss.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12471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116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201168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AI adoption from AI value — the 76 / 35 split.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112471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718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297180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cash-management pressure (83% of CFOs) to AI scenario planning.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112471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319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393192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four-gate capital allocation test before the next AI invoice is signed.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4754880"/>
            <a:ext cx="112471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892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489204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in the chair: You Are the CFO of a mid-market manufacturer.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65562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The AI ROI Paradox in Finance | 30 August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This Week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Protiviti, 26 August 2026  ·  Report title: Synchronize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577840" cy="20574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716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finance organisations now employ AI — it is no longer a pilot conversation.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143000"/>
            <a:ext cx="5577840" cy="20574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3716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537960" y="210312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for financial forecasting, up from 58% a year earlier.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577840" cy="20574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6576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85800" y="438912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they are highly or moderately effective at measuring AI ROI.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3429000"/>
            <a:ext cx="5577840" cy="20574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36576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537960" y="438912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 AI pursuant to a defined strategy. The rest are stacking tools.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65562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The AI ROI Paradox in Finance | 30 August 2026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Is Back on the 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 of CFOs rank cash management among their top three priorities as economic, monetary and trade-policy volatility persists.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emphasis on cash management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112471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488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418320" y="2148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11247120" cy="594360"/>
          </a:xfrm>
          <a:prstGeom prst="rect">
            <a:avLst/>
          </a:prstGeom>
          <a:solidFill>
            <a:srgbClr val="EEE8D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889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&amp; distribution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41832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112471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29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418320" y="3429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11247120" cy="594360"/>
          </a:xfrm>
          <a:prstGeom prst="rect">
            <a:avLst/>
          </a:prstGeom>
          <a:solidFill>
            <a:srgbClr val="EEE8D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69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products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418320" y="4069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65562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The AI ROI Paradox in Finance | 30 August 2026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Banks Are Selling Treasury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Insights, 28 August 2026 — AI-Driven Cash Flow Forecasting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47120" cy="105156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Machine-learning models (neural nets, random forests, ensembles) can cut forecast error by up to 50% versus traditional methods — vendor-cited multinational case studies, not a census.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1247120" cy="105156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7744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feeds from ERP, CRM, market data and unstructured news via NLP replace the monthly spreadsheet roll-forward.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11247120" cy="105156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5661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generate thousands of stress scenarios — FX devaluation, customer default, supply-chain shock — rather than three pre-written cases.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4663440"/>
            <a:ext cx="11247120" cy="105156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7548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Morgan's own caveat: results must be explainable in regulated environments. A black-box 50% improvement is not an audit-ready number.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65562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The AI ROI Paradox in Finance | 30 August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Paradox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1247120" cy="1463040"/>
          </a:xfrm>
          <a:prstGeom prst="roundRect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7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bought the forecast engine. It did not buy the scoreboard.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7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without a defined strategy (only 14%) and without ROI measurement (only 35%) is capex dressed as transformation.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3657600" cy="32004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788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324612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58% → 76%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AI at 67%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 at 56%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2651760"/>
            <a:ext cx="3657600" cy="32004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2788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NOT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324612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AI strategy: 14%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measurement: 35%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planning still underused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2651760"/>
            <a:ext cx="3657600" cy="32004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2788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NOW FIRST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75320" y="324612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&amp; privacy — top finance priority for a third year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management for 83% of CFOs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65562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The AI ROI Paradox in Finance | 30 August 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Four-Gate Test Before You Sign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1247120" cy="11430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146304" cy="1143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9601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 Objective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29844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cash, forecast or control decision the model must change in 90 days. If you cannot name it, do not buy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1247120" cy="11430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148840"/>
            <a:ext cx="146304" cy="1143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402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 Data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57860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lineage, quality and access? Security is the top finance priority for year three. Treat it as a gate, not a footnote.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11247120" cy="11430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429000"/>
            <a:ext cx="146304" cy="1143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5204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 Explainability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85876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controller defend the number to audit and the board? Unexplainable 50% error cuts do not survive a going-concern review.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709160"/>
            <a:ext cx="11247120" cy="11430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4709160"/>
            <a:ext cx="146304" cy="1143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8006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  Scoreboard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51389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baseline, target, owner and review cadence before go-live. ROI that is not instrumented is marketing.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65562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The AI ROI Paradox in Finance | 30 August 2026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CFO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Challenge — 48 Hours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CFO of Meridian Components, a listed mid-market manufacturer with plants in Pune, Chennai and Penang. Revenue ₹4,200 crore. Net debt / EBITDA 2.4x. Working-capital days have stretched from 78 to 96 in four quarters. The board wants a live cash cockpit by the next quarterly review.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proposals landed on Friday.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5486400" cy="2834640"/>
          </a:xfrm>
          <a:prstGeom prst="roundRect">
            <a:avLst/>
          </a:prstGeom>
          <a:solidFill>
            <a:srgbClr val="12284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46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 ·  Platform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 crore over 18 months for an AI cash-forecast suite. Vendor cites up to 50% error reduction. Integration with the current ERP is 'phase two'. No named owner for ROI.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108960"/>
            <a:ext cx="5486400" cy="2834640"/>
          </a:xfrm>
          <a:prstGeom prst="roundRect">
            <a:avLst/>
          </a:prstGeom>
          <a:solidFill>
            <a:srgbClr val="12284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3246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 ·  Instrument first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37033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 crore to clean bank, AP/AR and inventory data, stand up a weekly cash committee, and buy a narrow 13-week model with human review. Platform RFP only after two clean quarters of measured forecast error.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65562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The AI ROI Paradox in Finance | 30 August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the Board Will Ask You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8755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96012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baseline 13-week forecast error today — by entity, not as a group average?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933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9659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three cash decisions will change if the error falls by 20 points?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992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9718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signs the data-quality attestation each week — treasurer, controller, or a vendor?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00507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9776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trade policy shifts on a Friday, can the model reprice liquidity by Monday morning?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493776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50109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9834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this sit in the capital stack versus a revolving-credit buffer of the same rupee amount?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65562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The AI ROI Paradox in Finance | 30 August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Note — How a 2035 CFO Thinks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1247120" cy="11430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buy accuracy you cannot explain.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29844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Regulators, auditors and rating agencies will ask how the number was made. Black-box lifts are a control finding waiting to happen.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11247120" cy="11430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2402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is a system, not a dashboard.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57860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Protiviti's 83% is a liquidity-discipline signal. Dashboards without working-capital owners do not move days.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11247120" cy="11430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5204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before stack.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38587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Fourteen percent have a defined AI strategy. The other 86% are collecting invoices.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709160"/>
            <a:ext cx="11247120" cy="11430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8006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before you scale.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513892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35% who can measure ROI are the only ones who can defend the next budget cycle.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65562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The AI ROI Paradox in Finance | 30 August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Lens for the Classroom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1247120" cy="11430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0584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GST, e-invoicing and TReDS already give Indian CFOs a structured receivables trail that many Western peers still lack. That is an AI data advantage — if lineage is clean.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11247120" cy="11430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28600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Rupee, dollar and local-currency funding books make FX scenario engines more valuable than a generic global model. Stress the INR book first.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11247120" cy="11430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56616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Working-capital days at mid-market manufacturers remain the binding constraint. An 18-crore platform that does not move DSO or inventory turns is a branding exercise.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4709160"/>
            <a:ext cx="11247120" cy="11430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84632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composition in India still tilts toward promoters and lenders. Speak cash and covenant headroom, not 'transformation journeys'.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65562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The AI ROI Paradox in Finance | 30 August 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Used Today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Protiviti (26 Aug 2026). 2026 Global Finance Trends Survey — Synchronize. Press release and key findings.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J.P. Morgan Insights (28 Aug 2026). AI-Driven Cash Flow Forecasting: The Future of Treasury. Alberto Hernandez-Martinez.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83464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Deloitte (23 Jul 2026). Q2 2026 CFO Signals — AI deployment pressure versus risk and cost transparency.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379476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MillTech / The AI Journal (21 Aug 2026). How AI is reshaping FX risk management for treasury teams. Global FX Report 2026 context.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475488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Classroom rule: vendor error-reduction claims are treated as hypotheses, not facts, until the controller can reproduce them on the firm's own ledger.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65562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The AI ROI Paradox in Finance | 30 August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Notebook With These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1247120" cy="86868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0584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is not value. 76% forecast with AI; 35% can measure the return.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1247120" cy="86868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116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is the use case that justifies the tool — 83% of CFOs already said so.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11247120" cy="86868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0175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Fourteen percent have a strategy. Be in that set before you scale spend.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11247120" cy="86868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02336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gates: objective, data, explainability, scoreboard.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892040"/>
            <a:ext cx="11247120" cy="86868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502920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CFO: instrument first, then buy the platform — or defend why not.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65562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The AI ROI Paradox in Finance | 30 August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the Conversation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7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Ph.D., IIT Kharagpur  ·  Academic Direction, FUTURE CFO 2035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 &amp; Head, Department of Commerce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7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Degree College, Malkangiri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  Dr Debasis Pahi (Ph.D)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  @drdebasispahi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   @Debasish Pahi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           drdpklass.com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         viralgyandk@gmail.com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8463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— Reply with your Option A or Option B for Meridian Components.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Tomorrow's CFO is built in today's capital-allocation memo.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65562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The AI ROI Paradox in Finance | 30 August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 CFO Daily — The AI ROI Paradox in Finance</dc:title>
  <dc:subject>30 August 2026</dc:subject>
  <dc:creator>Dr. Debasis Pahi, Ph.D., IIT Kharagpur</dc:creator>
  <cp:lastModifiedBy>Dr. Debasis Pahi, Ph.D., IIT Kharagpur</cp:lastModifiedBy>
  <cp:revision>1</cp:revision>
  <dcterms:created xsi:type="dcterms:W3CDTF">2026-08-30T00:10:27Z</dcterms:created>
  <dcterms:modified xsi:type="dcterms:W3CDTF">2026-08-30T00:10:27Z</dcterms:modified>
</cp:coreProperties>
</file>