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 2035  ·  DAILY EPISODE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Decision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 public-company CFO elect semiannual reporting?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File No. S7-2026-15  ·  Comment file closed 6 July 2026  ·  Board posture due now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Copyright by Dr. Debasis Pahi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Model Degree College Malkangiri  ·  Ph.D., IIT Kharagpur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September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evidence — three voices, one fight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09728" cy="15544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8755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“Proposals that… will make being public attractive again.”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S. Atkins, SEC Chair, 5 May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14600"/>
            <a:ext cx="109728" cy="15544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there any particular magic to quarterly reporting?”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T. Uyeda, SEC Commissioner, 5 May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206240"/>
            <a:ext cx="109728" cy="15544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7083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“Less-frequent reporting could increase volatility and the risk of insider trading.”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Funds Association, comment file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in one slide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77240"/>
          <a:ext cx="11338560" cy="539496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754880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elected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Forms 10-Q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Form 10-S (H1); H2 inside 10-K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elect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optional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Check-the-box on the annual filing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release / 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custom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allowed — and more loaded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8-K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Unchanged; becomes the safety 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estimated saving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~$198,000 direct cost per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file (6 Jul 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 of classified letters opposed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 survey (n≈2,500)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 oppose swap; 32% expect voluntary 10-Qs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A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protagonist — Priya Menon, CFO, Meridian Forge (composite)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$4.82 billion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0" y="8229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(29 Aug)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 billion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92440" y="8229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operating margin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786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leverage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 EBITDA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51960" y="2377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5786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Sell-side coverage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analysts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92440" y="2377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5786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ownership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float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41% · Industrial OEM 27% · Aftermarket 22% · Grid hardware 10%  ·  Activist at 3.1% wants cash returned, not “the grid hobby.”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director to the CFO: “Do not bring us a process. Bring us a decision.”  Audit Committee in 11 days.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$198,000 is not the decision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1338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731520"/>
            <a:ext cx="109728" cy="80467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046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cost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8046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 ~$198k/year. Meridian fully loaded close ≈ $1.1m per cycle. Real, but not first-order.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11338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600200"/>
            <a:ext cx="109728" cy="8046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7335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167335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 bp widening in earnings yield on a $6.1bn cap swamps a decade of filing savings.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11338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468880"/>
            <a:ext cx="109728" cy="80467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liquidity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254203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analysts. Mid-cap bid-ask already 18 bp. Lost coverage is a liquidity event.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11338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3337560"/>
            <a:ext cx="109728" cy="8046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1071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documents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341071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RCF certificates ride the 10-Q. Amendments will be priced, not gifted.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206240"/>
            <a:ext cx="11338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4206240"/>
            <a:ext cx="109728" cy="80467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404(b) parallel file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27939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internal-control attestation for many issuers. Meridian still in; peers may not be.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5074920"/>
            <a:ext cx="11338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5074920"/>
            <a:ext cx="109728" cy="8046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480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operating system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49040" y="514807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 is how plants, sales, and the disclosure committee stay honest.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tensions — no consensus inside the building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715000" cy="164592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418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Elect. Kill the 90-day circus. Keep a press release if IR insists.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777240"/>
            <a:ext cx="5715000" cy="164592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9418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disclosure controls when the next reviewed number is six months away?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5715000" cy="164592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249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director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cost of equity. Passive is 31%. Do not donate a 40 bp discount.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560320"/>
            <a:ext cx="5715000" cy="164592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7249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Sell-side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become a six-month interpolation. Coverage at risk.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5715000" cy="164592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079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93776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can be amended. Price is unknown in a tariff-noisy credit market.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715000" cy="164592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5079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93776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is the uncensored public account of backlog. Silence will be read as hiding.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 that survived Sunday night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33272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914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quarterly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policy now: we keep the 10-Q even if optional. Buy credibility. Spend option value.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113385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359152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+ keep release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6517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10-S; retain quarterly PR and call; amend banks. First-mover — or first-mover discount.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113385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685032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9476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566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cohort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9776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architecture. No public vow. Revisit after the adopting release. Looks like process.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54880"/>
            <a:ext cx="113385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5010912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1206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892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trigger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3035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only if holders, banks, and one analyst clear gates. Elegant. Hostages everywhere.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actually scarce — compliance dollars, attention, coverage, or credibility?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the four-line table: filing cost vs cost of capital vs credit friction vs litigation option.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might a menu of cadences damage comparability more than a uniform six-month mandate?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Option 4 disciplined practice or an abdication of the Board to holders and banks?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2519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If the 10-Q dies and the press release lives, how must 8-K, non-GAAP, and Reg FD change?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5120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Does the parallel 404(b) proposal change the answer even if Meridian stays inside 404(b)?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CFO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Menon has eleven days. The rule is not final. The comment file is 97% opposed. The Chair still intends to move.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3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Which of the four options do you recommend — and why in two sentences?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32A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Which two numbers go on slide one of the Board pack?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3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94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What is the single public sentence IR may use if a reporter calls tomorrow?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3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754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What will you refuse to trade away even if the CEO asks again?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Future CFO 2035 is supposed to think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784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comment-file tracker, the peer matrix, the covenant redline — machines draft them overnight.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8424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INFORMS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opposition, 32% expected voluntary filing, 18 bp spread, 2.3x leverage, two analysts.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900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MEASURES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$198k to a 40 bp equity discount. Do the arithmetic before the rhetoric.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9592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VERIFIES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023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 release is not a reviewed 10-Q. Say so. Design 8-K and ICFR as if someone will test them.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89204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0176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DECIDES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5029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tells Menon whether to be first. That is why the Board hired a CFO.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public sources (do not invent the file)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Uyeda, M. T. (5 May 2026). Statement on proposing semiannual reporting. SEC.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Reuters (5 May 2026). SEC proposes allowing issuers to opt out of quarterly earnings reports.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65376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CFO Dive (5 May 2026). SEC unveils blueprint for ditching quarterly reporting.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432304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InvestmentNews (10 July 2026). Investor revolt; CFA survey; Zach letter tracker.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HLS Forum on Corporate Governance (6 Aug 2026). Questions boards must ask before changing cadence.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Lexology (12 Aug 2026). Record opposition; SEC still intends to move.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133088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Forbes CFO (28 July 2026). Why quarterly reports may persist regardless of the rule.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700016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NYT / Smith &amp; Rennison (28 Aug 2026). Semiannual proposal plus internal-control attestation file.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5266944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Crist Kolder / Fortune (21 Aug 2026). Large-company CFO turnover on pace for 18.3%.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conversation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Model Degree College Malkangiri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Ph.D., IIT Kharagpur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Corporate Governance · Capital Structure · ESG &amp; Sustainable Finance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case, not the headline.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two-page CFO memo. Bring a number and a refusal.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Copyright by Dr. Debasis Pahi  ·  Future CFO 2035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generates. DATA informs. FINANCE measures. ACCOUNTING verifies. HUMAN JUDGMENT decides.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5836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The Calendar Decision: Semiannual Reporting | 1 September 2026    ·    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Calendar Decision — Future CFO 2035</dc:title>
  <dc:subject>1 September 2026</dc:subject>
  <dc:creator>Dr. Debasis Pahi</dc:creator>
  <cp:lastModifiedBy>Dr. Debasis Pahi</cp:lastModifiedBy>
  <cp:revision>1</cp:revision>
  <dcterms:created xsi:type="dcterms:W3CDTF">2026-09-01T00:24:37Z</dcterms:created>
  <dcterms:modified xsi:type="dcterms:W3CDTF">2026-09-01T00:24:37Z</dcterms:modified>
</cp:coreProperties>
</file>