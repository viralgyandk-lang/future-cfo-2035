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FUTURE CFO_DP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Two Weeks to Two Days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Indian CFOs have left the pilot. The signature has not.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Dr. Debasis Pahi  ·  Model Degree College Malkangiri  ·  Ph.D.,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The line to memorise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Nagesh Bailur, CFO, Randstad India: two weeks of files, now two days.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About 75,000 workers. About 2,000 clients. Excel, scans, PDFs.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 5,000-role factory mandate: speed is revenue.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He keeps a human voice. Automated calls get hung up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Happilo and Swiggy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Aneesh Kongot: an agent reads order emails into SAP.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Rahul Bothra: engineering releases up roughly 70 percent.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Finance is vibe-coding, including a CFO who has never written SQL.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MCP opened. Hundreds of developers in a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The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Praveer Surana, Atyati: analysis from weeks to days.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Also: a lot of hallucination, especially in tax.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Reviewers believe outputs that second their own view.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Regulation-specific work: a couple of years, in his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Volume and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Radhakrishna Sunku, EY GDS: 90,000-plus people, nine countries.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Thousands of travel invoices matched to GST credits and SAP.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 minimum of AI courses, every employee, every year.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Sinha, as named: the CFO helps other departments use their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What the room 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AI is not one thing. Many wins are a blend of rules and models.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The analyst ladder is flattening. CFOs are writing code.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Caution is not a pause. Name the hold.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Jobs change. People are asked to refurbish themselves.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Today's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Composite: Malabar Consumer Brands. CFO Meera Iyer.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Rs 1.8 crore teaching quote. Not a filing.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Lean: both agents, clean classes only, human above the threshold.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No payback sentence until two monthly error samples are clean.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A35A"/>
                </a:solidFill>
                <a:latin typeface="Calibri"/>
              </a:defRPr>
            </a:pPr>
            <a:r>
              <a:t>Three clocks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4A35A"/>
                </a:solidFill>
                <a:latin typeface="Calibri"/>
              </a:defRPr>
            </a:pPr>
            <a:r>
              <a:t>Future CFO_DP  |  Created and Copyright by Dr. Debasis Pahi  |  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Cycle time. Error rate caught by someone who did not prompt the model.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Handoff rate. Zero is a finding, not a win.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AI generates. Data informs. Finance measures.</a:t>
            </a:r>
          </a:p>
          <a:p>
            <a:pPr>
              <a:spcAft>
                <a:spcPts val="1400"/>
              </a:spcAft>
              <a:defRPr sz="2200">
                <a:solidFill>
                  <a:srgbClr val="F7F4EE"/>
                </a:solidFill>
                <a:latin typeface="Calibri"/>
              </a:defRPr>
            </a:pPr>
            <a:r>
              <a:t>Accounting verifies. Human judgment decides.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