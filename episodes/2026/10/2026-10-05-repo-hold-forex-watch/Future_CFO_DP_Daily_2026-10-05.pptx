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 ·   DAILY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rate did not move.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did.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840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repo held at 5.25%. Neutral stance. Indian CFOs are now pricing inflation, the rupee, and West Asia commodities — not the next cut.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5029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October 2026   ·   Teaching case for business students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 ·  Model Degree College, Malkangiri  ·  Ph.D., IIT Kharagpur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generates.  Data informs.  Finance measures.  Accounting verifies.  Human judgement decides.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Monday question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 is not a freeze. The board pack still has to move.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25880"/>
            <a:ext cx="361188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fact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held at 5.25%. Neutral stance. BW CFO World calls it the fourth consecutive pause after the February 2026 hold.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1325880"/>
            <a:ext cx="361188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moved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5603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Asia commodities, rupee volatility, and AI-linked valuations. Governor Malhotra: resilience is not immunity.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1325880"/>
            <a:ext cx="3611880" cy="73152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CFO owns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25603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Floating-rate interest, the unhedged import book, and the refusal to treat an unchanged repo as an unchanged WACC.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on the public record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document, not the vibe. Commentary is not a resolution.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30000" cy="50292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3840480"/>
              </a:tblGrid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figure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label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Repo, October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5.25%, neutral, fourth pause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 CFO World, ~4–5 Oct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 corridor (primary)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SDF 5.00 · Repo 5.25 · MSF/Bank Rate 5.50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RBI resolution, 3–5 Aug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 inflation commentary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4.6% · core about 4.4%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Shilpa Bhatter, CFO, UGRO Capital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and reserves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6.7–6.9% · reserves ~$697 bn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 Poddar, Choice International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buffer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50 bp hike largely manageable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Crisil via Business Today, 4 Oct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tape that morning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22,421.95, down 198.5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page furniture, 4 Oct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voices on the same hold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113385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822960"/>
            <a:ext cx="91440" cy="1645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 Francis   ·   CFO, South Indian Bank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9844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steady rate, with adequate liquidity, should keep supporting retail and MSME credit — while West Asia commodities sit on the inflation risk.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113385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2606040"/>
            <a:ext cx="91440" cy="1645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Shilpa Bhatter   ·   CFO, UGRO Capital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815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rates stay modestly positive if FY27 CPI is 4.6% and core is about 4.4%. NBFC term-money access and easier TReDS onboarding matter as much as the repo print.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4389120"/>
            <a:ext cx="113385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4389120"/>
            <a:ext cx="91440" cy="1645920"/>
          </a:xfrm>
          <a:prstGeom prst="rect">
            <a:avLst/>
          </a:prstGeom>
          <a:solidFill>
            <a:srgbClr val="8A6A3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262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Poddar   ·   CEO, Choice International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86460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6.7–6.9%, inflation around 4.6%, reserves close to $697 billion. Useful market colour. Not a substitute for the resolution PDF.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TO UNDERLINE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“Today’s resilience may not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necessarily imply tomorrow’s immunity.”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Malhotra, Governor, RBI  ·  Fifth Kautilya Economic Conclave  ·  reported 4 October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Asia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758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prices and the external account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3383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debt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36758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Carry-trade unwind risk for 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0" y="3383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36758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slowdown could reprice the AI chain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credit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001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outside the bank book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4709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+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5001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operational-risk channel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4709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equities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5001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 from high valuations, orderly so far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channels that move while the repo does not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2588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447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1155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Commodity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49961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Malhotra tied the West Asia conflict to higher commodity prices. A manufacturer’s gross-margin bridge is the right home for that sentence, not only the country-risk slide.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11430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30632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1821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85292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23697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Post-policy remarks, as reported, treated late-March deliverable versus non-deliverable swings as short-term. A hedge policy that needs a quiet rupee is not a hedge policy.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4389120"/>
            <a:ext cx="11430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8006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194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5902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and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97433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equities have corrected in an orderly way from high valuations. A further AI-valuation reset overseas could, in the Governor’s words, even support inflows — it is not a capex signal by itself.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buffer is not a covenant waiver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94944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CRISIL, 4 OCTOBER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50 basis points is largely manageable for India Inc.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balance sheets and low leverage are the cushion. Earlier hike cycles had a limited impact on sector credit profiles. Some sectors can still feel pressure.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portfolio sentence. The CFO’s question is narrower: interest cover if the base rate rises 50 bp and the spread widens, while an imported input moves.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Business Today, updated 4 Oct 2026.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868680"/>
            <a:ext cx="4297680" cy="5349240"/>
          </a:xfrm>
          <a:prstGeom prst="roundRect">
            <a:avLst>
              <a:gd name="adj" fmla="val 170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1051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TAPE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2668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banks, five months.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26680" y="219456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Mid-2026 CFO and governance changes at Axis, HDFC Bank, Bandhan, RBL, Equitas, Bank of India and IndusInd.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Governance Directions, 2025: bank CFOs must be CAs with 15 years’ experience.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NBD: about Rs 26,850 crore for 60% of RBL, June 2026.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composite — not a real company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Godavari Precision Components Ltd.  ·  CFO Meera Kulkarni  ·  figures invented for class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1,840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revenue. Exports 28%, mostly dollar invoiced.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097280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417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460 cr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80560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debt. 70% floating. Residual maturity 2.4 years.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097280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1417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66760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content of cost. Hedge cover only 90 days, 45% of payables.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140 cr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" y="46177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press line. Base IRR 16.5% at an 11% WACC.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51960" y="3566160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5.1x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80560" y="46177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cover. Covenant floor 3.0x. Comfortable, not irrelevant.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3566160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95 cr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66760" y="46177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plus Rs 120 cr undrawn working-capital lines.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Classroom WACC — repo unchanged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weights: debt 33.8%, equity 66.2%, tax 25%. Not a market forecast.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11430000" cy="301752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1554480"/>
                <a:gridCol w="1920240"/>
                <a:gridCol w="164592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equity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 unchanged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Crisil what-if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+50 bp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Risk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+40 bp, equity +50 bp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 Combined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+50, spread +40, equity +80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160520"/>
            <a:ext cx="114300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4297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comparison that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46634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Rs 322 crore of floating debt, a 90 bp all-in rise is about Rs 2.9 crore of extra interest. Cover slips from 5.1x to about 4.8x — still above the 3.0x floor.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12% adverse move on ~Rs 282 crore of exposed import cost is about Rs 34 crore. The commodity line, which never enters WACC, is the larger decision.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pages for Wednesday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430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97840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69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88696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fact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90525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5.25, neutral, fourth pause. August corridor until the October PDF lands. Do not quote SDF at 5.5.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11430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02996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93852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Bands, not promises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195681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~4.6, core ~4.4, GDP 6.7–6.9, reserves ~$697 bn. Name the speaker on every figure.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11430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08152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72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Immunity sentence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30083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Malhotra, Kautilya conclave. Commodities, debt, AI valuations, private credit, cyber.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11430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13308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24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04164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missing numbers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405993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Floating-book interest. Unhedged import margin. Crisil 50 bp is a footnote, not the stress case.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983480"/>
            <a:ext cx="11430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51846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276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509320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06240" y="511149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gate the second draw. Or defer a quarter and hedge. Or fund tooling from cash and return after 7 Oct GST Council.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will reprint August. You should not.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“AI does not weaken the CFO. It removes the safety net.”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Kumar Talan, CFO, Energy Efficiency Services Ltd.  ·  BW CFO World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see the primary corridor, or only a magazine sentence about the SDF?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27889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4290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unhedged import tail in the gross-margin bridge, or only in a country-risk footnote?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7889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4290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signs? A clean 11.0% WACC is not an approval.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6620256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Created and Copyright by Dr. Debasis Pahi  ·  5 October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620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INTO THE WEEK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the rate in the model.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hold the world.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Read the October resolution before you quote the corridor.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 Put West Asia in the margin bridge, not only on the risk slide.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 GST Council is reported for 7 October — do not freeze tax assumptions today.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069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 AI may draft the pack. A human still decides the gate.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CFO_DP  ·  Dr. Debasis Pahi  ·  Preparing business students for the AI-powered economy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CFO_DP Daily — 5 October 2026 — The Rate Did Not Move. The Risk Did.</dc:title>
  <dc:subject>RBI October 2026 pause, forex and commodity risk, CFO judgement</dc:subject>
  <dc:creator>Dr. Debasis Pahi</dc:creator>
  <cp:lastModifiedBy>Dr. Debasis Pahi</cp:lastModifiedBy>
  <cp:revision>1</cp:revision>
  <dcterms:created xsi:type="dcterms:W3CDTF">2026-10-05T00:36:23Z</dcterms:created>
  <dcterms:modified xsi:type="dcterms:W3CDTF">2026-10-05T00:36:23Z</dcterms:modified>
</cp:coreProperties>
</file>