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 ·   DAILY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Hike in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Nearly Four Years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5.50%  ·  Calibrated tightening  ·  Cuts off the table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MPC, 5–7 October 2026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October 2026  ·  Created and Copyright by Dr. Debasis Pahi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Committee decided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Repo. Unanimous +25 bps.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deposit facility.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 and the Bank Rate.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1051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32688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vote, as the Governor stated.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63rd meeting, chaired by Governor Sanjay Malhotra. Cuts are off the table. Next action: a hike or a pause. Source: RBI resolution, 5–7 October 2026.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8 October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583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into the hike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6.50%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" y="24688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into Dec 2024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−125 bps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07208" y="24688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Easing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8928" y="24688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cut, Dec 2025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13716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holds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70648" y="24688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7 Oct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92640" y="13716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02368" y="246888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hike in nearly 4 years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Hindu, 7 October 2026. Easing cycle cut 125 bps from 6.50% to 5.25%. Four holds. Then Wednesday.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8368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8 October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583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— cite the source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310896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  <a:gridCol w="2743200"/>
                <a:gridCol w="32004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GDP 2026–27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Reuters, on RBI revision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this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Reuters, on RBI revision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Headline, next 3 quarters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 Malhotra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Core, this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Governor; Reuters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hikes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resolution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50–75 bps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Sakshi Gupta — 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3891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put the analyst range in the base case. Calibrated tightening is milder and data-dependent, the Governor told the press.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8 October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155680" y="6583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case — not a real filing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Narmada Alloys Pvt. Ltd.  ·  CFO Arvind Deshmukh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1338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₹180 cr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0" y="15361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capital, mostly external-benchmark cash credit.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11338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6791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loan, half-installed line, fully drawn.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566160"/>
            <a:ext cx="11338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₹70 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38221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capex note, hurdle still set at 5.25%.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4709160"/>
            <a:ext cx="11338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 / 41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49651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 days versus payable days.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8 October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583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lines for Monday’s pack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868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bank when the benchmark resets, and by how much.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share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only the external-benchmark book one-for-one.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063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clauses do not mention interest. Use days, not a surcharge.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23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August at +25 / +50 / +75. Kill it only if it was a rate view.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Covenant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5166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in basis points of EBIT. Not the word comfortable.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8 October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583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finance chief who prices in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basis points by March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running a view.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finance chief who cannot show the board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effect of 25 is not running the function.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Dr. Debasis Pahi  ·  viralgyandk-lang.github.io/future-cfo-2035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CFO_DP Daily — 8 October 2026 — The First Hike in Nearly Four Years</dc:title>
  <dc:subject>PptxGenJS Presentation</dc:subject>
  <dc:creator>Dr. Debasis Pahi</dc:creator>
  <cp:lastModifiedBy>Dr. Debasis Pahi</cp:lastModifiedBy>
  <cp:revision>1</cp:revision>
  <dcterms:created xsi:type="dcterms:W3CDTF">2026-10-08T00:34:53Z</dcterms:created>
  <dcterms:modified xsi:type="dcterms:W3CDTF">2026-10-08T00:34:53Z</dcterms:modified>
</cp:coreProperties>
</file>