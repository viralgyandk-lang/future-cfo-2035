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CFO_DP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 at 5.50%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02920" y="23317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hike since February 2023, and the CFO decision it forces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3017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briefing  ·  9 October 2026  ·  Teaching case: Malabar Consumer Products Ltd (composite)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3794760"/>
            <a:ext cx="3200400" cy="1234440"/>
          </a:xfrm>
          <a:prstGeom prst="rect">
            <a:avLst/>
          </a:prstGeom>
          <a:solidFill>
            <a:srgbClr val="14304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9136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1605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5.50%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3886200" y="3794760"/>
            <a:ext cx="3383280" cy="1234440"/>
          </a:xfrm>
          <a:prstGeom prst="rect">
            <a:avLst/>
          </a:prstGeom>
          <a:solidFill>
            <a:srgbClr val="143044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0" y="39136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23360" y="41605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Calibrated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tightening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452360" y="3794760"/>
            <a:ext cx="4114800" cy="1234440"/>
          </a:xfrm>
          <a:prstGeom prst="rect">
            <a:avLst/>
          </a:prstGeom>
          <a:solidFill>
            <a:srgbClr val="143044"/>
          </a:solidFill>
          <a:ln/>
        </p:spPr>
      </p:sp>
      <p:sp>
        <p:nvSpPr>
          <p:cNvPr id="15" name="Text 13"/>
          <p:cNvSpPr/>
          <p:nvPr/>
        </p:nvSpPr>
        <p:spPr>
          <a:xfrm>
            <a:off x="7589520" y="39136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89520" y="41605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Unanimous +25 bps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Stance 4–2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292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and Copyright by Dr. Debasis Pahi  ·  Assistant Professor, Model Degree College Malkangiri  ·  Ph.D., IIT Kharagpur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MPC actually decided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63rd meeting, 5–7 October 2026  ·  Chair: Governor Sanjay Malhotra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11338560" cy="65836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3502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0" y="133502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55280" y="133502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" y="1938528"/>
            <a:ext cx="1133856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0848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repo (LAF)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20848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5.50%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55280" y="20848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 bps, unanimous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11480" y="2688336"/>
            <a:ext cx="1133856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834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deposit facility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2834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5.25%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955280" y="2834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with repo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11480" y="3438144"/>
            <a:ext cx="1133856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5844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MSF and Bank Rate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0" y="35844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5.75%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955280" y="3584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with repo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11480" y="4187952"/>
            <a:ext cx="1133856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433425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0" y="43342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tightening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955280" y="433425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neutral; 4–2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11480" y="4937760"/>
            <a:ext cx="1133856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508406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path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72000" y="508406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Hike or pause only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955280" y="508406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off the table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658368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CFO_DP  |  Created and Copyright by Dr. Debasis Pahi  |  9 October 2026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155680" y="658368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up. Inflation no longer benign.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743200" cy="2148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60120"/>
            <a:ext cx="2743200" cy="7315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887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7.1%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real GDP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from 6.7%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960120"/>
            <a:ext cx="2743200" cy="2148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3291840" y="960120"/>
            <a:ext cx="2743200" cy="7315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1887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5.2%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42900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CPI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29000" y="2286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from 5.0%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960120"/>
            <a:ext cx="2743200" cy="2148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960120"/>
            <a:ext cx="2743200" cy="7315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1887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~5.8%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35508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3 quarters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5080" y="2286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CPI average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44000" y="960120"/>
            <a:ext cx="2743200" cy="2148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0" y="960120"/>
            <a:ext cx="2743200" cy="7315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1" name="Text 19"/>
          <p:cNvSpPr/>
          <p:nvPr/>
        </p:nvSpPr>
        <p:spPr>
          <a:xfrm>
            <a:off x="9281160" y="11887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4.4%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928116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Core, FY27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281160" y="2286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from 4.3% earlier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" y="3337560"/>
            <a:ext cx="11338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CPI was 4.8%, up from 4.5% in July — food and fuel led, core also picked up (Governor’s statement, as reported). Quarterly GDP path cited by Businessworld: Q2 7.2%, Q3 6.9%, Q4 6.8%. CNBC-TV18 inflation path: Q2 4.9%, Q3 6.0%, Q4 5.7%, Q1 FY28 5.6%.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11480" y="457200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line: RBI Monetary Policy Statement, 7 October 2026; Governor’s statement; BusinessLine; Businessworld; CNBC-TV18.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658368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CFO_DP  |  Created and Copyright by Dr. Debasis Pahi  |  9 October 2026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155680" y="658368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Reserves are large. Credit is fast.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11338560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070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$734.6 bn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0" y="11704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Forex reserves, 2 Oct 2026. About 11 months of import cover; 94.4% of external debt.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2194560"/>
            <a:ext cx="11338560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871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$13.8 bn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0" y="24505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FDI, April–August 2026, versus $9.6 bn a year earlier.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1480" y="3474720"/>
            <a:ext cx="11338560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7673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$10.3 bn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00400" y="37307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FPI outflows cited alongside the stronger FDI print. Reserves buy time; they do not freeze WACC.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11480" y="4754880"/>
            <a:ext cx="11338560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0474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18–19%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00400" y="501091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credit growth. Mint: 18.1%. Swaminathan J: 12–14% is the sustainable range.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658368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CFO_DP  |  Created and Copyright by Dr. Debasis Pahi  |  9 October 2026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155680" y="658368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corridor, the day of the hike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money-market operations as on 7 October 2026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657600" cy="1965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Overnight volume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₹7,06,317 cr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5.33%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51960" y="1188720"/>
            <a:ext cx="3657600" cy="1965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1417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money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34840" y="1828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₹13,337 cr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434840" y="2423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5.36%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38160" y="1188720"/>
            <a:ext cx="3657600" cy="1965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1417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Triparty repo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21040" y="1828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₹5,05,051 cr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21040" y="2423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5.32%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5760" y="3383280"/>
            <a:ext cx="3657600" cy="1965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611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SDF absorption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4023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₹1,72,267 cr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48640" y="4617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5.25%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51960" y="3383280"/>
            <a:ext cx="3657600" cy="196596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2" name="Text 20"/>
          <p:cNvSpPr/>
          <p:nvPr/>
        </p:nvSpPr>
        <p:spPr>
          <a:xfrm>
            <a:off x="4434840" y="3611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1-day VRRR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34840" y="4023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₹2,55,827 cr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434840" y="4617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Cut-off 5.49%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658368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CFO_DP  |  Created and Copyright by Dr. Debasis Pahi  |  9 October 2026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155680" y="658368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Teaching case — composite, not a real issuer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Malabar Consumer Products Ltd  ·  CFO Meera Iyer  ·  Board pack due 16 October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70332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075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₹4,800 cr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251960" y="1143000"/>
            <a:ext cx="370332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434840" y="13075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debt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34840" y="16002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₹1,600 cr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38160" y="1143000"/>
            <a:ext cx="370332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13075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facility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21040" y="16002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₹1,200 cr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65760" y="2377440"/>
            <a:ext cx="370332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5420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2834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October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251960" y="2377440"/>
            <a:ext cx="370332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434840" y="25420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PBT last year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34840" y="2834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₹310 cr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8138160" y="2377440"/>
            <a:ext cx="370332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8321040" y="25420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cover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21040" y="2834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5.4x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11480" y="3794760"/>
            <a:ext cx="11338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 ₹400 cr linked to repo. Term loan ₹800 cr at 3-month T-bill + 180 bps. Bank offers a 2-year fixed refinance at 8.90% all-in, or a six-month extension on the same grid. One-year OIS quote about 5.72% before spread.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658368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CFO_DP  |  Created and Copyright by Dr. Debasis Pahi  |  9 October 2026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155680" y="658368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bill, before the story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2103120" cy="105156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527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₹3 cr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14600" y="960120"/>
            <a:ext cx="923544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0" y="125272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25 bp hike on ₹1,200 cr, annualised, pre-tax.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11480" y="2194560"/>
            <a:ext cx="2103120" cy="105156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4871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₹6 cr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514600" y="2194560"/>
            <a:ext cx="923544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248716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second 25 bp hike lands before March and nothing is hedged.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11480" y="3429000"/>
            <a:ext cx="2103120" cy="105156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7216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514600" y="3429000"/>
            <a:ext cx="923544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0" y="372160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crore against ₹310 cr PBT. Visible in the margin bridge.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11480" y="4663440"/>
            <a:ext cx="2103120" cy="105156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9560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5.1x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2514600" y="4663440"/>
            <a:ext cx="923544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0" y="495604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after another 50 bp. Covenant is 4.0x. Default is not the plot.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658368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CFO_DP  |  Created and Copyright by Dr. Debasis Pahi  |  9 October 2026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155680" y="658368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choices. No model signs them.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703320" cy="411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280160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89888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21488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 all ₹1,200 cr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3200400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8.90% for two years. Certainty. Regret if December is a pause.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51960" y="1051560"/>
            <a:ext cx="3703320" cy="411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480560" y="1280160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389888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80560" y="21488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Swap the term loan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80560" y="3200400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One-year OIS on ₹800 cr near 5.72% before spread. Leave working capital floating.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38160" y="1051560"/>
            <a:ext cx="3703320" cy="411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8366760" y="1280160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1389888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66760" y="21488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 floating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66760" y="3200400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pause case. Trigger: next CPI print and the December resolution.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658368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CFO_DP  |  Created and Copyright by Dr. Debasis Pahi  |  9 October 2026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155680" y="658368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classroom should take home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generates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0" y="105156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sensitivity table, the draft commentary, the scenario labels.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011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informs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0" y="201168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resolution, Governor’s statement, money-market print, credit growth.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971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 measures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0" y="297180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 crore per 25 bp. Cover versus the 4.0x covenant.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3931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Accounting verifies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393192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Hedge documentation, if she swaps, before the auditor asks.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" y="48920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judgment decides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0" y="489204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regret the board can stand on 16 October.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658368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CFO_DP  |  Created and Copyright by Dr. Debasis Pahi  |  9 October 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155680" y="658368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 you can open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RBI, Monetary Policy Statement, 2026–27, Resolution of the MPC, 5–7 October 2026 (PR, 7 October).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RBI, Governor’s Statement, 7 October 2026 — Sanjay Malhotra.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RBI, Money Market Operations as on 7 October 2026 (release dated 8 October).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Hindu; Business Standard; BusinessLine; Mint; Businessworld; CNBC-TV18, 7 October 2026.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case only: Malabar Consumer Products Ltd and Meera Iyer are not real issuers.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029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CFO_DP  ·  Preparing business students for the AI-powered economy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658368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CFO_DP  |  Created and Copyright by Dr. Debasis Pahi  |  9 October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155680" y="658368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Future CFO_DP Daily — 9 October 2026 — Repo at 5.50</dc:title>
  <dc:subject>RBI MPC 7 October 2026: first repo hike since February 2023</dc:subject>
  <dc:creator>Dr. Debasis Pahi</dc:creator>
  <cp:lastModifiedBy>Dr. Debasis Pahi</cp:lastModifiedBy>
  <cp:revision>1</cp:revision>
  <dcterms:created xsi:type="dcterms:W3CDTF">2026-10-09T00:19:29Z</dcterms:created>
  <dcterms:modified xsi:type="dcterms:W3CDTF">2026-10-09T00:19:29Z</dcterms:modified>
</cp:coreProperties>
</file>